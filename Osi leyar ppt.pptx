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83302-02FA-4A0E-BE2C-58A25767B46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E9D2-82E1-47AF-A256-B99666866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91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83302-02FA-4A0E-BE2C-58A25767B46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E9D2-82E1-47AF-A256-B99666866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188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83302-02FA-4A0E-BE2C-58A25767B46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E9D2-82E1-47AF-A256-B99666866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566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83302-02FA-4A0E-BE2C-58A25767B46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E9D2-82E1-47AF-A256-B99666866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791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83302-02FA-4A0E-BE2C-58A25767B46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E9D2-82E1-47AF-A256-B99666866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72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83302-02FA-4A0E-BE2C-58A25767B46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E9D2-82E1-47AF-A256-B99666866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559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83302-02FA-4A0E-BE2C-58A25767B46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E9D2-82E1-47AF-A256-B99666866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81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83302-02FA-4A0E-BE2C-58A25767B46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E9D2-82E1-47AF-A256-B99666866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619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83302-02FA-4A0E-BE2C-58A25767B46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E9D2-82E1-47AF-A256-B99666866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936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83302-02FA-4A0E-BE2C-58A25767B46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E9D2-82E1-47AF-A256-B99666866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084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83302-02FA-4A0E-BE2C-58A25767B46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E9D2-82E1-47AF-A256-B99666866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65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8683302-02FA-4A0E-BE2C-58A25767B46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99FE9D2-82E1-47AF-A256-B99666866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6425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4609-5FE3-937F-DB61-3A0F1BFD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7718"/>
            <a:ext cx="10515600" cy="1325563"/>
          </a:xfrm>
        </p:spPr>
        <p:txBody>
          <a:bodyPr/>
          <a:lstStyle/>
          <a:p>
            <a:r>
              <a:rPr lang="en-IN" dirty="0"/>
              <a:t>                                     Osi </a:t>
            </a:r>
            <a:r>
              <a:rPr lang="en-IN" dirty="0" err="1"/>
              <a:t>leyar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779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3929-AAB3-D4F7-52DB-8977ADFC4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7978" y="481263"/>
            <a:ext cx="9075821" cy="120942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Layer 7 – Application Layer 👨‍💻</a:t>
            </a:r>
            <a:br>
              <a:rPr lang="en-IN" b="1" dirty="0"/>
            </a:br>
            <a:r>
              <a:rPr lang="en-IN" b="1" dirty="0"/>
              <a:t>Ye layer user use </a:t>
            </a:r>
            <a:r>
              <a:rPr lang="en-IN" b="1" dirty="0" err="1"/>
              <a:t>karta</a:t>
            </a:r>
            <a:r>
              <a:rPr lang="en-IN" b="1" dirty="0"/>
              <a:t> </a:t>
            </a:r>
            <a:r>
              <a:rPr lang="en-IN" b="1" dirty="0" err="1"/>
              <a:t>hai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85300-FB05-E85E-817D-04985D7E8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Tum WhatsApp </a:t>
            </a:r>
            <a:r>
              <a:rPr lang="en-IN" dirty="0" err="1"/>
              <a:t>kholte</a:t>
            </a:r>
            <a:r>
              <a:rPr lang="en-IN" dirty="0"/>
              <a:t> ho.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"Hello" type </a:t>
            </a:r>
            <a:r>
              <a:rPr lang="en-IN" dirty="0" err="1"/>
              <a:t>karke</a:t>
            </a:r>
            <a:r>
              <a:rPr lang="en-IN" dirty="0"/>
              <a:t> Send </a:t>
            </a:r>
            <a:r>
              <a:rPr lang="en-IN" dirty="0" err="1"/>
              <a:t>dabate</a:t>
            </a:r>
            <a:r>
              <a:rPr lang="en-IN" dirty="0"/>
              <a:t> ho.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Application layer data ko network me </a:t>
            </a:r>
            <a:r>
              <a:rPr lang="en-IN" dirty="0" err="1"/>
              <a:t>bhejne</a:t>
            </a:r>
            <a:r>
              <a:rPr lang="en-IN" dirty="0"/>
              <a:t> </a:t>
            </a:r>
            <a:r>
              <a:rPr lang="en-IN" dirty="0" err="1"/>
              <a:t>ke</a:t>
            </a:r>
            <a:r>
              <a:rPr lang="en-IN" dirty="0"/>
              <a:t> </a:t>
            </a:r>
            <a:r>
              <a:rPr lang="en-IN" dirty="0" err="1"/>
              <a:t>liye</a:t>
            </a:r>
            <a:r>
              <a:rPr lang="en-IN" dirty="0"/>
              <a:t> ready </a:t>
            </a:r>
            <a:r>
              <a:rPr lang="en-IN" dirty="0" err="1"/>
              <a:t>karti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 </a:t>
            </a:r>
          </a:p>
          <a:p>
            <a:r>
              <a:rPr lang="en-IN" dirty="0"/>
              <a:t>👉 </a:t>
            </a:r>
            <a:r>
              <a:rPr lang="en-IN" b="1" dirty="0"/>
              <a:t>Example:</a:t>
            </a:r>
            <a:r>
              <a:rPr lang="en-IN" dirty="0"/>
              <a:t> WhatsApp, Chrome, Gmail   </a:t>
            </a:r>
          </a:p>
          <a:p>
            <a:endParaRPr lang="en-IN" dirty="0"/>
          </a:p>
          <a:p>
            <a:r>
              <a:rPr lang="en-IN" b="1" dirty="0"/>
              <a:t>Yaad </a:t>
            </a:r>
            <a:r>
              <a:rPr lang="en-IN" b="1" dirty="0" err="1"/>
              <a:t>rakho</a:t>
            </a:r>
            <a:r>
              <a:rPr lang="en-IN" b="1" dirty="0"/>
              <a:t>:</a:t>
            </a:r>
            <a:r>
              <a:rPr lang="en-IN" dirty="0"/>
              <a:t> "Yahin par user ka </a:t>
            </a:r>
            <a:r>
              <a:rPr lang="en-IN" dirty="0" err="1"/>
              <a:t>kaam</a:t>
            </a:r>
            <a:r>
              <a:rPr lang="en-IN" dirty="0"/>
              <a:t> </a:t>
            </a:r>
            <a:r>
              <a:rPr lang="en-IN" dirty="0" err="1"/>
              <a:t>hota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58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55F3-4AC1-CCA1-AB37-456BA514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r>
              <a:rPr lang="en-IN" b="1" dirty="0"/>
              <a:t>Layer 6 – Presentation Layer 🎁 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Ye data ko </a:t>
            </a:r>
            <a:r>
              <a:rPr lang="en-IN" b="1" dirty="0" err="1"/>
              <a:t>samajhne</a:t>
            </a:r>
            <a:r>
              <a:rPr lang="en-IN" b="1" dirty="0"/>
              <a:t> </a:t>
            </a:r>
            <a:r>
              <a:rPr lang="en-IN" b="1" dirty="0" err="1"/>
              <a:t>layak</a:t>
            </a:r>
            <a:r>
              <a:rPr lang="en-IN" b="1" dirty="0"/>
              <a:t> format me </a:t>
            </a:r>
            <a:r>
              <a:rPr lang="en-IN" b="1" dirty="0" err="1"/>
              <a:t>banati</a:t>
            </a:r>
            <a:r>
              <a:rPr lang="en-IN" b="1" dirty="0"/>
              <a:t> </a:t>
            </a:r>
            <a:r>
              <a:rPr lang="en-IN" b="1" dirty="0" err="1"/>
              <a:t>hai</a:t>
            </a:r>
            <a:r>
              <a:rPr lang="en-IN" b="1" dirty="0"/>
              <a:t>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5FA3F-F2FC-B1A9-2742-4C24BE8A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245" y="2297573"/>
            <a:ext cx="10515600" cy="4351338"/>
          </a:xfrm>
        </p:spPr>
        <p:txBody>
          <a:bodyPr/>
          <a:lstStyle/>
          <a:p>
            <a:r>
              <a:rPr lang="en-IN" dirty="0" err="1"/>
              <a:t>Socho</a:t>
            </a:r>
            <a:r>
              <a:rPr lang="en-IN" dirty="0"/>
              <a:t> tum gift </a:t>
            </a:r>
            <a:r>
              <a:rPr lang="en-IN" dirty="0" err="1"/>
              <a:t>bhej</a:t>
            </a:r>
            <a:r>
              <a:rPr lang="en-IN" dirty="0"/>
              <a:t> </a:t>
            </a:r>
            <a:r>
              <a:rPr lang="en-IN" dirty="0" err="1"/>
              <a:t>rahe</a:t>
            </a:r>
            <a:r>
              <a:rPr lang="en-IN" dirty="0"/>
              <a:t> ho.</a:t>
            </a:r>
          </a:p>
          <a:p>
            <a:pPr lvl="0"/>
            <a:r>
              <a:rPr lang="en-IN" dirty="0"/>
              <a:t>Agar </a:t>
            </a:r>
            <a:r>
              <a:rPr lang="en-IN" dirty="0" err="1"/>
              <a:t>zarurat</a:t>
            </a:r>
            <a:r>
              <a:rPr lang="en-IN" dirty="0"/>
              <a:t> </a:t>
            </a:r>
            <a:r>
              <a:rPr lang="en-IN" dirty="0" err="1"/>
              <a:t>ho</a:t>
            </a:r>
            <a:r>
              <a:rPr lang="en-IN" dirty="0"/>
              <a:t> to data </a:t>
            </a:r>
            <a:r>
              <a:rPr lang="en-IN" b="1" dirty="0"/>
              <a:t>encrypt</a:t>
            </a:r>
            <a:r>
              <a:rPr lang="en-IN" dirty="0"/>
              <a:t> (lock) </a:t>
            </a:r>
            <a:r>
              <a:rPr lang="en-IN" dirty="0" err="1"/>
              <a:t>karti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Data ko compress </a:t>
            </a:r>
            <a:r>
              <a:rPr lang="en-IN" dirty="0" err="1"/>
              <a:t>bhi</a:t>
            </a:r>
            <a:r>
              <a:rPr lang="en-IN" dirty="0"/>
              <a:t> </a:t>
            </a:r>
            <a:r>
              <a:rPr lang="en-IN" dirty="0" err="1"/>
              <a:t>kar</a:t>
            </a:r>
            <a:r>
              <a:rPr lang="en-IN" dirty="0"/>
              <a:t> </a:t>
            </a:r>
            <a:r>
              <a:rPr lang="en-IN" dirty="0" err="1"/>
              <a:t>sakti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 </a:t>
            </a:r>
            <a:r>
              <a:rPr lang="en-IN" dirty="0" err="1"/>
              <a:t>taaki</a:t>
            </a:r>
            <a:r>
              <a:rPr lang="en-IN" dirty="0"/>
              <a:t> </a:t>
            </a:r>
            <a:r>
              <a:rPr lang="en-IN" dirty="0" err="1"/>
              <a:t>jaldi</a:t>
            </a:r>
            <a:r>
              <a:rPr lang="en-IN" dirty="0"/>
              <a:t> </a:t>
            </a:r>
            <a:r>
              <a:rPr lang="en-IN" dirty="0" err="1"/>
              <a:t>bheja</a:t>
            </a:r>
            <a:r>
              <a:rPr lang="en-IN" dirty="0"/>
              <a:t> </a:t>
            </a:r>
            <a:r>
              <a:rPr lang="en-IN" dirty="0" err="1"/>
              <a:t>ja</a:t>
            </a:r>
            <a:r>
              <a:rPr lang="en-IN" dirty="0"/>
              <a:t> sake. </a:t>
            </a:r>
          </a:p>
          <a:p>
            <a:pPr lvl="0"/>
            <a:endParaRPr lang="en-IN" dirty="0"/>
          </a:p>
          <a:p>
            <a:r>
              <a:rPr lang="en-IN" dirty="0"/>
              <a:t>👉 </a:t>
            </a:r>
            <a:r>
              <a:rPr lang="en-IN" dirty="0" err="1"/>
              <a:t>Matlab</a:t>
            </a:r>
            <a:r>
              <a:rPr lang="en-IN" dirty="0"/>
              <a:t> "Hello" ko secure package </a:t>
            </a:r>
            <a:r>
              <a:rPr lang="en-IN" dirty="0" err="1"/>
              <a:t>bana</a:t>
            </a:r>
            <a:r>
              <a:rPr lang="en-IN" dirty="0"/>
              <a:t> diya.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128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40216-D630-2D30-432F-DF2E558F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Layer 5 – Session Layer 🤝</a:t>
            </a:r>
            <a:br>
              <a:rPr lang="en-IN" b="1" dirty="0"/>
            </a:br>
            <a:r>
              <a:rPr lang="en-IN" b="1" dirty="0"/>
              <a:t>Ye connection </a:t>
            </a:r>
            <a:r>
              <a:rPr lang="en-IN" b="1" dirty="0" err="1"/>
              <a:t>banati</a:t>
            </a:r>
            <a:r>
              <a:rPr lang="en-IN" b="1" dirty="0"/>
              <a:t> aur manage </a:t>
            </a:r>
            <a:r>
              <a:rPr lang="en-IN" b="1" dirty="0" err="1"/>
              <a:t>karti</a:t>
            </a:r>
            <a:r>
              <a:rPr lang="en-IN" b="1" dirty="0"/>
              <a:t> </a:t>
            </a:r>
            <a:r>
              <a:rPr lang="en-IN" b="1" dirty="0" err="1"/>
              <a:t>hai</a:t>
            </a:r>
            <a:r>
              <a:rPr lang="en-IN" b="1" dirty="0"/>
              <a:t>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5D967-5BC9-6C26-F61D-AA252DFFF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Jaise tum dost ko phone </a:t>
            </a:r>
            <a:r>
              <a:rPr lang="en-IN" dirty="0" err="1"/>
              <a:t>lagate</a:t>
            </a:r>
            <a:r>
              <a:rPr lang="en-IN" dirty="0"/>
              <a:t> ho.</a:t>
            </a:r>
          </a:p>
          <a:p>
            <a:pPr marL="0" indent="0">
              <a:buNone/>
            </a:pPr>
            <a:endParaRPr lang="en-IN" dirty="0"/>
          </a:p>
          <a:p>
            <a:pPr lvl="0"/>
            <a:r>
              <a:rPr lang="en-IN" dirty="0"/>
              <a:t>"Connection establish </a:t>
            </a:r>
            <a:r>
              <a:rPr lang="en-IN" dirty="0" err="1"/>
              <a:t>ho</a:t>
            </a:r>
            <a:r>
              <a:rPr lang="en-IN" dirty="0"/>
              <a:t> </a:t>
            </a:r>
            <a:r>
              <a:rPr lang="en-IN" dirty="0" err="1"/>
              <a:t>gaya</a:t>
            </a:r>
            <a:r>
              <a:rPr lang="en-IN" dirty="0"/>
              <a:t>?" </a:t>
            </a:r>
          </a:p>
          <a:p>
            <a:pPr lvl="0"/>
            <a:r>
              <a:rPr lang="en-IN" dirty="0"/>
              <a:t>Baat khatam hui? </a:t>
            </a:r>
          </a:p>
          <a:p>
            <a:pPr lvl="0"/>
            <a:r>
              <a:rPr lang="en-IN" dirty="0"/>
              <a:t>Connection band karo. </a:t>
            </a:r>
          </a:p>
          <a:p>
            <a:pPr lvl="0"/>
            <a:endParaRPr lang="en-IN" dirty="0"/>
          </a:p>
          <a:p>
            <a:r>
              <a:rPr lang="en-IN" dirty="0"/>
              <a:t>Iska </a:t>
            </a:r>
            <a:r>
              <a:rPr lang="en-IN" dirty="0" err="1"/>
              <a:t>kaam</a:t>
            </a:r>
            <a:r>
              <a:rPr lang="en-IN" dirty="0"/>
              <a:t> </a:t>
            </a:r>
            <a:r>
              <a:rPr lang="en-IN" dirty="0" err="1"/>
              <a:t>sirf</a:t>
            </a:r>
            <a:r>
              <a:rPr lang="en-IN" dirty="0"/>
              <a:t> communication ko manage </a:t>
            </a:r>
            <a:r>
              <a:rPr lang="en-IN" dirty="0" err="1"/>
              <a:t>karna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5808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FFD5-C097-D7C2-2B6A-7FD458942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                  Layer 4 – Transport Layer 🚚</a:t>
            </a:r>
            <a:br>
              <a:rPr lang="en-IN" b="1" dirty="0"/>
            </a:br>
            <a:r>
              <a:rPr lang="en-IN" b="1" dirty="0"/>
              <a:t>                Ye delivery ka </a:t>
            </a:r>
            <a:r>
              <a:rPr lang="en-IN" b="1" dirty="0" err="1"/>
              <a:t>zimmedar</a:t>
            </a:r>
            <a:r>
              <a:rPr lang="en-IN" b="1" dirty="0"/>
              <a:t> </a:t>
            </a:r>
            <a:r>
              <a:rPr lang="en-IN" b="1" dirty="0" err="1"/>
              <a:t>hai</a:t>
            </a:r>
            <a:r>
              <a:rPr lang="en-IN" b="1" dirty="0"/>
              <a:t>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2A9E9-91CA-E812-3A23-002E729E1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err="1"/>
              <a:t>Socho</a:t>
            </a:r>
            <a:r>
              <a:rPr lang="en-IN" dirty="0"/>
              <a:t> </a:t>
            </a:r>
            <a:r>
              <a:rPr lang="en-IN" dirty="0" err="1"/>
              <a:t>tumne</a:t>
            </a:r>
            <a:r>
              <a:rPr lang="en-IN" dirty="0"/>
              <a:t> ek bahut </a:t>
            </a:r>
            <a:r>
              <a:rPr lang="en-IN" dirty="0" err="1"/>
              <a:t>badi</a:t>
            </a:r>
            <a:r>
              <a:rPr lang="en-IN" dirty="0"/>
              <a:t> book </a:t>
            </a:r>
            <a:r>
              <a:rPr lang="en-IN" dirty="0" err="1"/>
              <a:t>bhejni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</a:t>
            </a:r>
          </a:p>
          <a:p>
            <a:r>
              <a:rPr lang="en-IN" dirty="0"/>
              <a:t>Courier </a:t>
            </a:r>
            <a:r>
              <a:rPr lang="en-IN" dirty="0" err="1"/>
              <a:t>wala</a:t>
            </a:r>
            <a:r>
              <a:rPr lang="en-IN" dirty="0"/>
              <a:t> </a:t>
            </a:r>
            <a:r>
              <a:rPr lang="en-IN" dirty="0" err="1"/>
              <a:t>kehta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:</a:t>
            </a:r>
          </a:p>
          <a:p>
            <a:endParaRPr lang="en-IN" dirty="0"/>
          </a:p>
          <a:p>
            <a:r>
              <a:rPr lang="en-IN" dirty="0"/>
              <a:t>"Isko 10 </a:t>
            </a:r>
            <a:r>
              <a:rPr lang="en-IN" dirty="0" err="1"/>
              <a:t>chhote</a:t>
            </a:r>
            <a:r>
              <a:rPr lang="en-IN" dirty="0"/>
              <a:t> packets me tod </a:t>
            </a:r>
            <a:r>
              <a:rPr lang="en-IN" dirty="0" err="1"/>
              <a:t>dete</a:t>
            </a:r>
            <a:r>
              <a:rPr lang="en-IN" dirty="0"/>
              <a:t> hain."</a:t>
            </a:r>
          </a:p>
          <a:p>
            <a:pPr lvl="0"/>
            <a:r>
              <a:rPr lang="en-IN" dirty="0"/>
              <a:t>Data ko </a:t>
            </a:r>
            <a:r>
              <a:rPr lang="en-IN" dirty="0" err="1"/>
              <a:t>chhote-chhote</a:t>
            </a:r>
            <a:r>
              <a:rPr lang="en-IN" dirty="0"/>
              <a:t> </a:t>
            </a:r>
            <a:r>
              <a:rPr lang="en-IN" b="1" dirty="0"/>
              <a:t>segments</a:t>
            </a:r>
            <a:r>
              <a:rPr lang="en-IN" dirty="0"/>
              <a:t> me </a:t>
            </a:r>
            <a:r>
              <a:rPr lang="en-IN" dirty="0" err="1"/>
              <a:t>todta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Har packet </a:t>
            </a:r>
            <a:r>
              <a:rPr lang="en-IN" dirty="0" err="1"/>
              <a:t>pahucha</a:t>
            </a:r>
            <a:r>
              <a:rPr lang="en-IN" dirty="0"/>
              <a:t> </a:t>
            </a:r>
            <a:r>
              <a:rPr lang="en-IN" dirty="0" err="1"/>
              <a:t>ya</a:t>
            </a:r>
            <a:r>
              <a:rPr lang="en-IN" dirty="0"/>
              <a:t> </a:t>
            </a:r>
            <a:r>
              <a:rPr lang="en-IN" dirty="0" err="1"/>
              <a:t>nahi</a:t>
            </a:r>
            <a:r>
              <a:rPr lang="en-IN" dirty="0"/>
              <a:t>, check </a:t>
            </a:r>
            <a:r>
              <a:rPr lang="en-IN" dirty="0" err="1"/>
              <a:t>karta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 (TCP me). </a:t>
            </a:r>
          </a:p>
          <a:p>
            <a:pPr lvl="0"/>
            <a:r>
              <a:rPr lang="en-IN" dirty="0"/>
              <a:t>Agar koi packet </a:t>
            </a:r>
            <a:r>
              <a:rPr lang="en-IN" dirty="0" err="1"/>
              <a:t>kho</a:t>
            </a:r>
            <a:r>
              <a:rPr lang="en-IN" dirty="0"/>
              <a:t> </a:t>
            </a:r>
            <a:r>
              <a:rPr lang="en-IN" dirty="0" err="1"/>
              <a:t>gaya</a:t>
            </a:r>
            <a:r>
              <a:rPr lang="en-IN" dirty="0"/>
              <a:t> to </a:t>
            </a:r>
            <a:r>
              <a:rPr lang="en-IN" dirty="0" err="1"/>
              <a:t>dobara</a:t>
            </a:r>
            <a:r>
              <a:rPr lang="en-IN" dirty="0"/>
              <a:t> </a:t>
            </a:r>
            <a:r>
              <a:rPr lang="en-IN" dirty="0" err="1"/>
              <a:t>bhejta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</a:t>
            </a:r>
          </a:p>
          <a:p>
            <a:pPr marL="0" lvl="0" indent="0">
              <a:buNone/>
            </a:pPr>
            <a:r>
              <a:rPr lang="en-IN" dirty="0"/>
              <a:t> </a:t>
            </a:r>
          </a:p>
          <a:p>
            <a:r>
              <a:rPr lang="en-IN" dirty="0"/>
              <a:t>👉 Ye courier company ki </a:t>
            </a:r>
            <a:r>
              <a:rPr lang="en-IN" dirty="0" err="1"/>
              <a:t>tarah</a:t>
            </a:r>
            <a:r>
              <a:rPr lang="en-IN" dirty="0"/>
              <a:t> </a:t>
            </a:r>
            <a:r>
              <a:rPr lang="en-IN" dirty="0" err="1"/>
              <a:t>kaam</a:t>
            </a:r>
            <a:r>
              <a:rPr lang="en-IN" dirty="0"/>
              <a:t> </a:t>
            </a:r>
            <a:r>
              <a:rPr lang="en-IN" dirty="0" err="1"/>
              <a:t>karta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2059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B0250-CECD-DF43-B4F4-D80480C83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7D2F-D077-6558-FFDF-49267AADB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                     Layer 3 – Network Layer 🗺️</a:t>
            </a:r>
            <a:br>
              <a:rPr lang="en-IN" b="1" dirty="0"/>
            </a:br>
            <a:r>
              <a:rPr lang="en-IN" b="1" dirty="0"/>
              <a:t>                       Ye route decide </a:t>
            </a:r>
            <a:r>
              <a:rPr lang="en-IN" b="1" dirty="0" err="1"/>
              <a:t>karti</a:t>
            </a:r>
            <a:r>
              <a:rPr lang="en-IN" b="1" dirty="0"/>
              <a:t> </a:t>
            </a:r>
            <a:r>
              <a:rPr lang="en-IN" b="1" dirty="0" err="1"/>
              <a:t>hai</a:t>
            </a:r>
            <a:r>
              <a:rPr lang="en-IN" b="1" dirty="0"/>
              <a:t>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CCCFE-3387-A7A7-005E-C5CB077F7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Ab packet Ahmedabad se Jaipur </a:t>
            </a:r>
            <a:r>
              <a:rPr lang="en-IN" dirty="0" err="1"/>
              <a:t>kaise</a:t>
            </a:r>
            <a:r>
              <a:rPr lang="en-IN" dirty="0"/>
              <a:t> </a:t>
            </a:r>
            <a:r>
              <a:rPr lang="en-IN" dirty="0" err="1"/>
              <a:t>jayega</a:t>
            </a:r>
            <a:r>
              <a:rPr lang="en-IN" dirty="0"/>
              <a:t>?</a:t>
            </a:r>
          </a:p>
          <a:p>
            <a:r>
              <a:rPr lang="en-IN" dirty="0"/>
              <a:t>Google Maps ki </a:t>
            </a:r>
            <a:r>
              <a:rPr lang="en-IN" dirty="0" err="1"/>
              <a:t>tarah</a:t>
            </a:r>
            <a:r>
              <a:rPr lang="en-IN" dirty="0"/>
              <a:t> ye best route choose </a:t>
            </a:r>
            <a:r>
              <a:rPr lang="en-IN" dirty="0" err="1"/>
              <a:t>karti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lvl="0"/>
            <a:r>
              <a:rPr lang="en-IN" dirty="0"/>
              <a:t>Source IP = Ahmedabad (</a:t>
            </a:r>
            <a:r>
              <a:rPr lang="en-IN" dirty="0" err="1"/>
              <a:t>tumhara</a:t>
            </a:r>
            <a:r>
              <a:rPr lang="en-IN" dirty="0"/>
              <a:t> device) </a:t>
            </a:r>
          </a:p>
          <a:p>
            <a:pPr lvl="0"/>
            <a:r>
              <a:rPr lang="en-IN" dirty="0"/>
              <a:t>Destination IP = Jaipur (dost ka device) </a:t>
            </a:r>
          </a:p>
          <a:p>
            <a:pPr marL="0" lvl="0" indent="0">
              <a:buNone/>
            </a:pPr>
            <a:endParaRPr lang="en-IN" dirty="0"/>
          </a:p>
          <a:p>
            <a:r>
              <a:rPr lang="en-IN" b="1" dirty="0"/>
              <a:t>Device:</a:t>
            </a:r>
            <a:r>
              <a:rPr lang="en-IN" dirty="0"/>
              <a:t> Router</a:t>
            </a:r>
          </a:p>
          <a:p>
            <a:r>
              <a:rPr lang="en-IN" dirty="0"/>
              <a:t>👉 Is layer ka </a:t>
            </a:r>
            <a:r>
              <a:rPr lang="en-IN" dirty="0" err="1"/>
              <a:t>kaam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 </a:t>
            </a:r>
            <a:r>
              <a:rPr lang="en-IN" b="1" dirty="0"/>
              <a:t>"</a:t>
            </a:r>
            <a:r>
              <a:rPr lang="en-IN" b="1" dirty="0" err="1"/>
              <a:t>kis</a:t>
            </a:r>
            <a:r>
              <a:rPr lang="en-IN" b="1" dirty="0"/>
              <a:t> </a:t>
            </a:r>
            <a:r>
              <a:rPr lang="en-IN" b="1" dirty="0" err="1"/>
              <a:t>raste</a:t>
            </a:r>
            <a:r>
              <a:rPr lang="en-IN" b="1" dirty="0"/>
              <a:t> se </a:t>
            </a:r>
            <a:r>
              <a:rPr lang="en-IN" b="1" dirty="0" err="1"/>
              <a:t>jaana</a:t>
            </a:r>
            <a:r>
              <a:rPr lang="en-IN" b="1" dirty="0"/>
              <a:t> </a:t>
            </a:r>
            <a:r>
              <a:rPr lang="en-IN" b="1" dirty="0" err="1"/>
              <a:t>hai</a:t>
            </a:r>
            <a:r>
              <a:rPr lang="en-IN" b="1" dirty="0"/>
              <a:t>?"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023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7E5A9-710D-00FE-7379-0CFB890A3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                 Layer 2 – Data Link Layer 🏠</a:t>
            </a:r>
            <a:br>
              <a:rPr lang="en-IN" b="1" dirty="0"/>
            </a:br>
            <a:r>
              <a:rPr lang="en-IN" b="1" dirty="0"/>
              <a:t>            Ye local area me delivery </a:t>
            </a:r>
            <a:r>
              <a:rPr lang="en-IN" b="1" dirty="0" err="1"/>
              <a:t>karti</a:t>
            </a:r>
            <a:r>
              <a:rPr lang="en-IN" b="1" dirty="0"/>
              <a:t> </a:t>
            </a:r>
            <a:r>
              <a:rPr lang="en-IN" b="1" dirty="0" err="1"/>
              <a:t>hai</a:t>
            </a:r>
            <a:r>
              <a:rPr lang="en-IN" b="1" dirty="0"/>
              <a:t>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71203-67BA-B961-9D7E-0CD83E76E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Ab packet </a:t>
            </a:r>
            <a:r>
              <a:rPr lang="en-IN" dirty="0" err="1"/>
              <a:t>tumhare</a:t>
            </a:r>
            <a:r>
              <a:rPr lang="en-IN" dirty="0"/>
              <a:t> </a:t>
            </a:r>
            <a:r>
              <a:rPr lang="en-IN" dirty="0" err="1"/>
              <a:t>ghar</a:t>
            </a:r>
            <a:r>
              <a:rPr lang="en-IN" dirty="0"/>
              <a:t> se </a:t>
            </a:r>
            <a:r>
              <a:rPr lang="en-IN" dirty="0" err="1"/>
              <a:t>pehle</a:t>
            </a:r>
            <a:r>
              <a:rPr lang="en-IN" dirty="0"/>
              <a:t> router </a:t>
            </a:r>
            <a:r>
              <a:rPr lang="en-IN" dirty="0" err="1"/>
              <a:t>tak</a:t>
            </a:r>
            <a:r>
              <a:rPr lang="en-IN" dirty="0"/>
              <a:t> </a:t>
            </a:r>
            <a:r>
              <a:rPr lang="en-IN" dirty="0" err="1"/>
              <a:t>kaise</a:t>
            </a:r>
            <a:r>
              <a:rPr lang="en-IN" dirty="0"/>
              <a:t> </a:t>
            </a:r>
            <a:r>
              <a:rPr lang="en-IN" dirty="0" err="1"/>
              <a:t>jayega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Ye </a:t>
            </a:r>
            <a:r>
              <a:rPr lang="en-IN" b="1" dirty="0"/>
              <a:t>MAC Address</a:t>
            </a:r>
            <a:r>
              <a:rPr lang="en-IN" dirty="0"/>
              <a:t> ka use </a:t>
            </a:r>
            <a:r>
              <a:rPr lang="en-IN" dirty="0" err="1"/>
              <a:t>karti</a:t>
            </a:r>
            <a:r>
              <a:rPr lang="en-IN" dirty="0"/>
              <a:t> </a:t>
            </a:r>
            <a:r>
              <a:rPr lang="en-IN" dirty="0" err="1"/>
              <a:t>hai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Device:</a:t>
            </a:r>
            <a:r>
              <a:rPr lang="en-IN" dirty="0"/>
              <a:t> Switch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👉 </a:t>
            </a:r>
            <a:r>
              <a:rPr lang="en-IN" dirty="0" err="1"/>
              <a:t>Matlab</a:t>
            </a:r>
            <a:r>
              <a:rPr lang="en-IN" dirty="0"/>
              <a:t> colony </a:t>
            </a:r>
            <a:r>
              <a:rPr lang="en-IN" dirty="0" err="1"/>
              <a:t>ke</a:t>
            </a:r>
            <a:r>
              <a:rPr lang="en-IN" dirty="0"/>
              <a:t> </a:t>
            </a:r>
            <a:r>
              <a:rPr lang="en-IN" dirty="0" err="1"/>
              <a:t>andar</a:t>
            </a:r>
            <a:r>
              <a:rPr lang="en-IN" dirty="0"/>
              <a:t> </a:t>
            </a:r>
            <a:r>
              <a:rPr lang="en-IN" dirty="0" err="1"/>
              <a:t>ghar</a:t>
            </a:r>
            <a:r>
              <a:rPr lang="en-IN" dirty="0"/>
              <a:t> </a:t>
            </a:r>
            <a:r>
              <a:rPr lang="en-IN" dirty="0" err="1"/>
              <a:t>dhoondhne</a:t>
            </a:r>
            <a:r>
              <a:rPr lang="en-IN" dirty="0"/>
              <a:t> </a:t>
            </a:r>
            <a:r>
              <a:rPr lang="en-IN" dirty="0" err="1"/>
              <a:t>jaisa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5529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1DC2B-177E-7FFF-5909-807300E7C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           Layer 1 – Physical Layer 🔌</a:t>
            </a:r>
            <a:br>
              <a:rPr lang="en-IN" b="1" dirty="0"/>
            </a:br>
            <a:r>
              <a:rPr lang="en-IN" b="1" dirty="0"/>
              <a:t>            Ye actual data </a:t>
            </a:r>
            <a:r>
              <a:rPr lang="en-IN" b="1" dirty="0" err="1"/>
              <a:t>bhejti</a:t>
            </a:r>
            <a:r>
              <a:rPr lang="en-IN" b="1" dirty="0"/>
              <a:t> </a:t>
            </a:r>
            <a:r>
              <a:rPr lang="en-IN" b="1" dirty="0" err="1"/>
              <a:t>hai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91454-03A5-101F-A98C-40F321CC6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Ab packet cable </a:t>
            </a:r>
            <a:r>
              <a:rPr lang="en-IN" dirty="0" err="1"/>
              <a:t>ya</a:t>
            </a:r>
            <a:r>
              <a:rPr lang="en-IN" dirty="0"/>
              <a:t> Wi-Fi </a:t>
            </a:r>
            <a:r>
              <a:rPr lang="en-IN" dirty="0" err="1"/>
              <a:t>ke</a:t>
            </a:r>
            <a:r>
              <a:rPr lang="en-IN" dirty="0"/>
              <a:t> through signal ban </a:t>
            </a:r>
            <a:r>
              <a:rPr lang="en-IN" dirty="0" err="1"/>
              <a:t>kar</a:t>
            </a:r>
            <a:r>
              <a:rPr lang="en-IN" dirty="0"/>
              <a:t> travel </a:t>
            </a:r>
            <a:r>
              <a:rPr lang="en-IN" dirty="0" err="1"/>
              <a:t>karta</a:t>
            </a:r>
            <a:r>
              <a:rPr lang="en-IN" dirty="0"/>
              <a:t> </a:t>
            </a:r>
            <a:r>
              <a:rPr lang="en-IN" dirty="0" err="1"/>
              <a:t>hai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lvl="0"/>
            <a:r>
              <a:rPr lang="en-IN" dirty="0"/>
              <a:t>Electric signals </a:t>
            </a:r>
          </a:p>
          <a:p>
            <a:pPr lvl="0"/>
            <a:r>
              <a:rPr lang="en-IN" dirty="0"/>
              <a:t>Light signals (Fiber) </a:t>
            </a:r>
          </a:p>
          <a:p>
            <a:pPr lvl="0"/>
            <a:r>
              <a:rPr lang="en-IN" dirty="0"/>
              <a:t>Radio signals (Wi-Fi) </a:t>
            </a:r>
          </a:p>
          <a:p>
            <a:pPr marL="0" lvl="0" indent="0">
              <a:buNone/>
            </a:pPr>
            <a:endParaRPr lang="en-IN" dirty="0"/>
          </a:p>
          <a:p>
            <a:r>
              <a:rPr lang="en-IN" dirty="0"/>
              <a:t>👉 Yahi layer actual transmission </a:t>
            </a:r>
            <a:r>
              <a:rPr lang="en-IN" dirty="0" err="1"/>
              <a:t>karti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8915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B3366-5D18-FC60-69A6-2EC99A743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             Osi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78EDC-8487-1480-4CD6-25EA0A1C3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7. Application → WhatsApp me Hello </a:t>
            </a:r>
            <a:r>
              <a:rPr lang="en-IN" dirty="0" err="1"/>
              <a:t>likha</a:t>
            </a:r>
            <a:r>
              <a:rPr lang="en-IN" dirty="0"/>
              <a:t> ▼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 6. Presentation → Data secure/format </a:t>
            </a:r>
            <a:r>
              <a:rPr lang="en-IN" dirty="0" err="1"/>
              <a:t>hua</a:t>
            </a:r>
            <a:r>
              <a:rPr lang="en-IN" dirty="0"/>
              <a:t> ▼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 5. Session → Connection </a:t>
            </a:r>
            <a:r>
              <a:rPr lang="en-IN" dirty="0" err="1"/>
              <a:t>bana</a:t>
            </a:r>
            <a:r>
              <a:rPr lang="en-IN" dirty="0"/>
              <a:t> ▼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 4. Transport → Hello ko packets me </a:t>
            </a:r>
            <a:r>
              <a:rPr lang="en-IN" dirty="0" err="1"/>
              <a:t>toda</a:t>
            </a:r>
            <a:r>
              <a:rPr lang="en-IN" dirty="0"/>
              <a:t> ▼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3. Network → Ahmedabad → Jaipur ka route choose </a:t>
            </a:r>
            <a:r>
              <a:rPr lang="en-IN" dirty="0" err="1"/>
              <a:t>hua</a:t>
            </a:r>
            <a:r>
              <a:rPr lang="en-IN" dirty="0"/>
              <a:t> ▼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 2. Data Link → Router/Switch </a:t>
            </a:r>
            <a:r>
              <a:rPr lang="en-IN" dirty="0" err="1"/>
              <a:t>tak</a:t>
            </a:r>
            <a:r>
              <a:rPr lang="en-IN" dirty="0"/>
              <a:t> </a:t>
            </a:r>
            <a:r>
              <a:rPr lang="en-IN" dirty="0" err="1"/>
              <a:t>pahunchaya</a:t>
            </a:r>
            <a:r>
              <a:rPr lang="en-IN" dirty="0"/>
              <a:t> ▼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1. Physical → Cable/Wi-Fi se signals </a:t>
            </a:r>
            <a:r>
              <a:rPr lang="en-IN" dirty="0" err="1"/>
              <a:t>bheje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541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496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                                     Osi leyar</vt:lpstr>
      <vt:lpstr>Layer 7 – Application Layer 👨‍💻 Ye layer user use karta hai </vt:lpstr>
      <vt:lpstr>  Layer 6 – Presentation Layer 🎁   Ye data ko samajhne layak format me banati hai. </vt:lpstr>
      <vt:lpstr>Layer 5 – Session Layer 🤝 Ye connection banati aur manage karti hai. </vt:lpstr>
      <vt:lpstr>                  Layer 4 – Transport Layer 🚚                 Ye delivery ka zimmedar hai. </vt:lpstr>
      <vt:lpstr>                     Layer 3 – Network Layer 🗺️                        Ye route decide karti hai. </vt:lpstr>
      <vt:lpstr>                 Layer 2 – Data Link Layer 🏠             Ye local area me delivery karti hai. </vt:lpstr>
      <vt:lpstr>           Layer 1 – Physical Layer 🔌             Ye actual data bhejti hai </vt:lpstr>
      <vt:lpstr>                                           Osi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Dhairya Suthar</dc:creator>
  <cp:lastModifiedBy>Dhairya Suthar</cp:lastModifiedBy>
  <cp:revision>1</cp:revision>
  <dcterms:created xsi:type="dcterms:W3CDTF">2026-08-01T15:33:06Z</dcterms:created>
  <dcterms:modified xsi:type="dcterms:W3CDTF">2026-08-01T15:56:36Z</dcterms:modified>
</cp:coreProperties>
</file>